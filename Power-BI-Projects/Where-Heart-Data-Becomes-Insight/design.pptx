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64" r:id="rId3"/>
    <p:sldId id="262" r:id="rId4"/>
    <p:sldId id="265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3D0F9-4B35-465E-BB4A-EDF267DE65C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2042E-E432-4918-A1EC-F3827C858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67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C533-23E9-3CD1-3A77-2A30C582AC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BEF0E-45F8-3DAA-A903-94FA068AD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2EFAB-775F-421A-DD6D-976C8C31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D62DA-9C31-D2D2-910F-5E423646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34057-9102-CF26-EA33-B086F11F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82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46CC-BEF9-516D-42B8-366737F08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C23AF-D365-20C1-5E20-6784F042E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466AE-8611-2C72-15CE-B9A2FA24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72D40-9AF9-1D5A-8460-A87AD3E5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D7BCD-EC79-506D-8C89-A70C43C66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91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A0D9E-FC62-4D74-E91F-F4AF43DA2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202B9-6DE9-2F3C-1372-3BACA61FA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34BBA-F58A-7844-2366-0E2B23FD1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66B3A-A92D-0F23-4537-B6C14D5C8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1B84C-4792-C7E9-7F0F-A30117CB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7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CCFD4-6FE2-B439-49B7-A87C79C18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16E86-7D50-1F57-020D-C83FD1FE9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E4236-52BB-7931-D165-0D42D3823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DA9F8-C6F5-0113-67A8-28D59A47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2F350-D163-3321-9DDE-DCFE72EB8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62518-6A1B-C40C-89C9-646AE08B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0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6B980-AAF2-BFF1-0275-72C914AA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3FACF-7AE6-FDC9-4007-C2A96EA57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6C45A-33A5-280B-8994-7BE1DAB4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B5F52-EFD1-74C2-F174-0074DC5F4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CDD5A-CC40-88A8-EE70-E04AB56CC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2B085-EA94-B7CD-D4DB-9CBB8F20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A153F-1908-8F67-456B-78ED9F1BC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DC559-1535-6534-1B8B-2B08E1B53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1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AF07A-FFF4-9F85-CEF8-3854DD32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C372DD-CC7D-FDCB-BFFF-ED88206A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0C306-49AA-1881-EDA9-E58C69CD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5CB24-2B15-E321-F723-5F00001B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2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D7E844-7746-AD0D-583D-E5D2B50F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40D85F-99C8-0828-1599-172CED313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3CFDF-DBF7-7DC2-108A-679CEC04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1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C275D-9F30-223B-37F2-6345DAC7B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CFC73-D8E9-307D-5202-3499C6129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1B831-E1AF-E5CD-617D-FEC43922B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ED3C4-5E11-8CBC-6582-F3BF9EEDA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64AEA-EE4B-C945-1DED-E7446505C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3B4F8-BB79-6770-64F8-516B9682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6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8FDB9-B24B-8326-8E2C-A2380D0E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EDA2C8-F1EF-BA04-313E-5FDB1CCEF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C1CF6-6765-3129-18BE-72C971527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28272-C4E8-B2B2-FA10-AF5B92948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9BBF0-B3FA-FCA5-B93A-418FD1A2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5C17F-EB00-F530-4DAA-0543233E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72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8CDC5-500F-6E1E-A3F7-3F6EBA3CC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122E3-20F7-A710-C711-F4D921619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7ADD5-06C8-0F1D-52CD-C2975E7D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75B34-C85D-B432-43FF-F6EB055F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C9E06-463D-3052-D389-E5B890AF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2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0080C-94A0-777D-8D4F-4271E6FF5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EF08E-DD70-39EB-E05D-CC1DA31D2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CAE6-6BCC-80B4-06AE-E46A18D0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659C5-57F6-F8A1-9A40-74DDF9776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22E50-C44E-5AF4-3A19-6132E2DF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58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6A1D42-85E3-D543-8172-F20207FDD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2D296-F061-53CE-B7C4-7A2964840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5D0BB-B97A-A32F-4651-A7A9F55FD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166C9-B2E3-4B0B-9DFC-8ACDEA69C79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96F4F-424A-243E-2D8B-B75E70D53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65E77-15B4-40EC-E0FE-F427E68F9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D2BDE-9D7F-45F1-8B40-871412FA8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9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5EF9E-EC0C-BAB0-86CC-B86993269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86A191-528D-9B9E-6BB7-176900B40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90" r="13358" b="8611"/>
          <a:stretch>
            <a:fillRect/>
          </a:stretch>
        </p:blipFill>
        <p:spPr>
          <a:xfrm>
            <a:off x="0" y="0"/>
            <a:ext cx="12310281" cy="69876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FF7171-A492-EC0E-028A-BAA5B17DAA1B}"/>
              </a:ext>
            </a:extLst>
          </p:cNvPr>
          <p:cNvSpPr/>
          <p:nvPr/>
        </p:nvSpPr>
        <p:spPr>
          <a:xfrm>
            <a:off x="-15863" y="1197592"/>
            <a:ext cx="739194" cy="4872250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ket 11">
            <a:extLst>
              <a:ext uri="{FF2B5EF4-FFF2-40B4-BE49-F238E27FC236}">
                <a16:creationId xmlns:a16="http://schemas.microsoft.com/office/drawing/2014/main" id="{BBDC88AB-D119-49A0-C54A-5FD2720F0E02}"/>
              </a:ext>
            </a:extLst>
          </p:cNvPr>
          <p:cNvSpPr/>
          <p:nvPr/>
        </p:nvSpPr>
        <p:spPr>
          <a:xfrm rot="5400000">
            <a:off x="1818663" y="3742183"/>
            <a:ext cx="525253" cy="1526826"/>
          </a:xfrm>
          <a:prstGeom prst="leftBracket">
            <a:avLst/>
          </a:prstGeom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F6A725E-20EC-AE40-2A3F-F41CE6939E73}"/>
              </a:ext>
            </a:extLst>
          </p:cNvPr>
          <p:cNvCxnSpPr/>
          <p:nvPr/>
        </p:nvCxnSpPr>
        <p:spPr>
          <a:xfrm>
            <a:off x="2110473" y="3683633"/>
            <a:ext cx="0" cy="564431"/>
          </a:xfrm>
          <a:prstGeom prst="line">
            <a:avLst/>
          </a:prstGeom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DCE55FE-80B1-BCCC-27CF-D878C61AC90B}"/>
              </a:ext>
            </a:extLst>
          </p:cNvPr>
          <p:cNvSpPr/>
          <p:nvPr/>
        </p:nvSpPr>
        <p:spPr>
          <a:xfrm>
            <a:off x="3393246" y="74675"/>
            <a:ext cx="1908943" cy="1173707"/>
          </a:xfrm>
          <a:prstGeom prst="roundRect">
            <a:avLst>
              <a:gd name="adj" fmla="val 28270"/>
            </a:avLst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E9AFCD3-5BA7-67E5-A41D-AC2321E427AB}"/>
              </a:ext>
            </a:extLst>
          </p:cNvPr>
          <p:cNvSpPr/>
          <p:nvPr/>
        </p:nvSpPr>
        <p:spPr>
          <a:xfrm>
            <a:off x="3393246" y="4239652"/>
            <a:ext cx="4242716" cy="2598177"/>
          </a:xfrm>
          <a:prstGeom prst="roundRect">
            <a:avLst/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2029E86-C2EF-1647-B2A7-4084EAF84298}"/>
              </a:ext>
            </a:extLst>
          </p:cNvPr>
          <p:cNvSpPr/>
          <p:nvPr/>
        </p:nvSpPr>
        <p:spPr>
          <a:xfrm>
            <a:off x="7881626" y="1412380"/>
            <a:ext cx="4182994" cy="2650632"/>
          </a:xfrm>
          <a:prstGeom prst="roundRect">
            <a:avLst/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239F8CB-D33F-261E-2B2D-25F7E5037B47}"/>
              </a:ext>
            </a:extLst>
          </p:cNvPr>
          <p:cNvSpPr/>
          <p:nvPr/>
        </p:nvSpPr>
        <p:spPr>
          <a:xfrm>
            <a:off x="3393246" y="1391447"/>
            <a:ext cx="4182994" cy="2650632"/>
          </a:xfrm>
          <a:prstGeom prst="roundRect">
            <a:avLst/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762087-E428-1F77-DBD4-D44C0F4C5E82}"/>
              </a:ext>
            </a:extLst>
          </p:cNvPr>
          <p:cNvSpPr/>
          <p:nvPr/>
        </p:nvSpPr>
        <p:spPr>
          <a:xfrm>
            <a:off x="-278295" y="2636538"/>
            <a:ext cx="1192696" cy="61681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25CC21A-0C94-B3C6-4466-91BB83649117}"/>
              </a:ext>
            </a:extLst>
          </p:cNvPr>
          <p:cNvSpPr/>
          <p:nvPr/>
        </p:nvSpPr>
        <p:spPr>
          <a:xfrm>
            <a:off x="7851765" y="4244962"/>
            <a:ext cx="4242715" cy="2598177"/>
          </a:xfrm>
          <a:prstGeom prst="roundRect">
            <a:avLst/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C654FB-FD65-15A7-4CC0-03061C60E4C2}"/>
              </a:ext>
            </a:extLst>
          </p:cNvPr>
          <p:cNvSpPr/>
          <p:nvPr/>
        </p:nvSpPr>
        <p:spPr>
          <a:xfrm>
            <a:off x="10152434" y="74675"/>
            <a:ext cx="1908943" cy="1173707"/>
          </a:xfrm>
          <a:prstGeom prst="roundRect">
            <a:avLst>
              <a:gd name="adj" fmla="val 28270"/>
            </a:avLst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9F101C-F326-5D05-CF65-C42CF10BCF14}"/>
              </a:ext>
            </a:extLst>
          </p:cNvPr>
          <p:cNvSpPr/>
          <p:nvPr/>
        </p:nvSpPr>
        <p:spPr>
          <a:xfrm>
            <a:off x="7899372" y="74675"/>
            <a:ext cx="1908943" cy="1173707"/>
          </a:xfrm>
          <a:prstGeom prst="roundRect">
            <a:avLst>
              <a:gd name="adj" fmla="val 28270"/>
            </a:avLst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EBBC5F-BA43-1473-9C12-8C188522F5AD}"/>
              </a:ext>
            </a:extLst>
          </p:cNvPr>
          <p:cNvSpPr/>
          <p:nvPr/>
        </p:nvSpPr>
        <p:spPr>
          <a:xfrm>
            <a:off x="5646309" y="74675"/>
            <a:ext cx="1908943" cy="1173707"/>
          </a:xfrm>
          <a:prstGeom prst="roundRect">
            <a:avLst>
              <a:gd name="adj" fmla="val 28270"/>
            </a:avLst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63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90D0-98B0-B546-22F5-55C243C87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974E9B-3882-AF4A-D3A9-AD6CE5291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90" r="13358" b="8611"/>
          <a:stretch>
            <a:fillRect/>
          </a:stretch>
        </p:blipFill>
        <p:spPr>
          <a:xfrm>
            <a:off x="0" y="0"/>
            <a:ext cx="12310281" cy="69876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Left Bracket 11">
            <a:extLst>
              <a:ext uri="{FF2B5EF4-FFF2-40B4-BE49-F238E27FC236}">
                <a16:creationId xmlns:a16="http://schemas.microsoft.com/office/drawing/2014/main" id="{396DF8A6-4328-C40D-0604-971E39EC4778}"/>
              </a:ext>
            </a:extLst>
          </p:cNvPr>
          <p:cNvSpPr/>
          <p:nvPr/>
        </p:nvSpPr>
        <p:spPr>
          <a:xfrm rot="5400000">
            <a:off x="1818663" y="3742183"/>
            <a:ext cx="525253" cy="1526826"/>
          </a:xfrm>
          <a:prstGeom prst="leftBracket">
            <a:avLst/>
          </a:prstGeom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8EB3E0-B599-D62A-984E-30A9CA687222}"/>
              </a:ext>
            </a:extLst>
          </p:cNvPr>
          <p:cNvCxnSpPr/>
          <p:nvPr/>
        </p:nvCxnSpPr>
        <p:spPr>
          <a:xfrm>
            <a:off x="2110473" y="3683633"/>
            <a:ext cx="0" cy="564431"/>
          </a:xfrm>
          <a:prstGeom prst="line">
            <a:avLst/>
          </a:prstGeom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9FA01EB-495D-45B5-C59D-7D0DB33F126A}"/>
              </a:ext>
            </a:extLst>
          </p:cNvPr>
          <p:cNvSpPr/>
          <p:nvPr/>
        </p:nvSpPr>
        <p:spPr>
          <a:xfrm>
            <a:off x="3393245" y="4239652"/>
            <a:ext cx="4836354" cy="2598177"/>
          </a:xfrm>
          <a:prstGeom prst="roundRect">
            <a:avLst/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C4FA960-C9B5-48CA-4DF1-B72CBBF54DF2}"/>
              </a:ext>
            </a:extLst>
          </p:cNvPr>
          <p:cNvSpPr/>
          <p:nvPr/>
        </p:nvSpPr>
        <p:spPr>
          <a:xfrm>
            <a:off x="8560340" y="1412380"/>
            <a:ext cx="3504279" cy="2650632"/>
          </a:xfrm>
          <a:prstGeom prst="roundRect">
            <a:avLst/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06006B8-CD91-F11D-A94B-1476D46F21EA}"/>
              </a:ext>
            </a:extLst>
          </p:cNvPr>
          <p:cNvSpPr/>
          <p:nvPr/>
        </p:nvSpPr>
        <p:spPr>
          <a:xfrm>
            <a:off x="3393246" y="1391447"/>
            <a:ext cx="4836354" cy="2650632"/>
          </a:xfrm>
          <a:prstGeom prst="roundRect">
            <a:avLst/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01FC95F-49F6-072B-B276-D6A02BA103F0}"/>
              </a:ext>
            </a:extLst>
          </p:cNvPr>
          <p:cNvSpPr/>
          <p:nvPr/>
        </p:nvSpPr>
        <p:spPr>
          <a:xfrm>
            <a:off x="8560340" y="4244962"/>
            <a:ext cx="3534140" cy="2598177"/>
          </a:xfrm>
          <a:prstGeom prst="roundRect">
            <a:avLst/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053D09-EA48-C2F9-3C5A-424A84E664CC}"/>
              </a:ext>
            </a:extLst>
          </p:cNvPr>
          <p:cNvSpPr/>
          <p:nvPr/>
        </p:nvSpPr>
        <p:spPr>
          <a:xfrm>
            <a:off x="9475354" y="97758"/>
            <a:ext cx="2589265" cy="1173707"/>
          </a:xfrm>
          <a:prstGeom prst="roundRect">
            <a:avLst>
              <a:gd name="adj" fmla="val 28270"/>
            </a:avLst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61FAA7-FA95-3CDD-06E8-9E7460E13B28}"/>
              </a:ext>
            </a:extLst>
          </p:cNvPr>
          <p:cNvSpPr/>
          <p:nvPr/>
        </p:nvSpPr>
        <p:spPr>
          <a:xfrm>
            <a:off x="3393246" y="97758"/>
            <a:ext cx="2589265" cy="1173707"/>
          </a:xfrm>
          <a:prstGeom prst="roundRect">
            <a:avLst>
              <a:gd name="adj" fmla="val 28270"/>
            </a:avLst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C50665-BD37-04D8-5789-C933471780C6}"/>
              </a:ext>
            </a:extLst>
          </p:cNvPr>
          <p:cNvSpPr/>
          <p:nvPr/>
        </p:nvSpPr>
        <p:spPr>
          <a:xfrm>
            <a:off x="6434300" y="97758"/>
            <a:ext cx="2589265" cy="1173707"/>
          </a:xfrm>
          <a:prstGeom prst="roundRect">
            <a:avLst>
              <a:gd name="adj" fmla="val 28270"/>
            </a:avLst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79CCBDD-97D7-65E0-E125-C6AEB41691C3}"/>
              </a:ext>
            </a:extLst>
          </p:cNvPr>
          <p:cNvSpPr/>
          <p:nvPr/>
        </p:nvSpPr>
        <p:spPr>
          <a:xfrm>
            <a:off x="-15863" y="1197592"/>
            <a:ext cx="739194" cy="4872250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5BD2A2-1532-3105-0A89-3D083E3B3ECB}"/>
              </a:ext>
            </a:extLst>
          </p:cNvPr>
          <p:cNvSpPr/>
          <p:nvPr/>
        </p:nvSpPr>
        <p:spPr>
          <a:xfrm>
            <a:off x="-284287" y="3710081"/>
            <a:ext cx="1192696" cy="61681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4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D66A-841A-DF70-BB7B-EB4A2E421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EB8CA6-A53A-A7DC-5138-9244C2B48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90" r="13358" b="8611"/>
          <a:stretch>
            <a:fillRect/>
          </a:stretch>
        </p:blipFill>
        <p:spPr>
          <a:xfrm>
            <a:off x="-31726" y="0"/>
            <a:ext cx="12310281" cy="698765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CB8361-7513-32BA-91FF-52E588793B04}"/>
              </a:ext>
            </a:extLst>
          </p:cNvPr>
          <p:cNvSpPr/>
          <p:nvPr/>
        </p:nvSpPr>
        <p:spPr>
          <a:xfrm>
            <a:off x="-15863" y="1197592"/>
            <a:ext cx="739194" cy="4872250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8FF2A28-D7DC-2AFD-6A26-521348E0CA6D}"/>
              </a:ext>
            </a:extLst>
          </p:cNvPr>
          <p:cNvSpPr/>
          <p:nvPr/>
        </p:nvSpPr>
        <p:spPr>
          <a:xfrm>
            <a:off x="1737900" y="5100539"/>
            <a:ext cx="8829804" cy="1234440"/>
          </a:xfrm>
          <a:prstGeom prst="roundRect">
            <a:avLst>
              <a:gd name="adj" fmla="val 13515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2FD218-2CAB-89AE-52A5-B857C79E6B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944" b="98194" l="14167" r="8555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27" t="8701" r="12555" b="8457"/>
          <a:stretch>
            <a:fillRect/>
          </a:stretch>
        </p:blipFill>
        <p:spPr>
          <a:xfrm>
            <a:off x="-9728" y="2982163"/>
            <a:ext cx="12075915" cy="5681220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CE58EA9-E478-FE23-D072-E2804E5EF600}"/>
              </a:ext>
            </a:extLst>
          </p:cNvPr>
          <p:cNvSpPr/>
          <p:nvPr/>
        </p:nvSpPr>
        <p:spPr>
          <a:xfrm>
            <a:off x="4273156" y="1958000"/>
            <a:ext cx="2663190" cy="2377439"/>
          </a:xfrm>
          <a:prstGeom prst="roundRect">
            <a:avLst/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6633D82-63B9-8750-6566-C5A652FDDEB7}"/>
              </a:ext>
            </a:extLst>
          </p:cNvPr>
          <p:cNvSpPr/>
          <p:nvPr/>
        </p:nvSpPr>
        <p:spPr>
          <a:xfrm>
            <a:off x="-275271" y="4886179"/>
            <a:ext cx="1192696" cy="61681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8B127A0-29BE-BE07-0065-9529B75B22E4}"/>
              </a:ext>
            </a:extLst>
          </p:cNvPr>
          <p:cNvSpPr/>
          <p:nvPr/>
        </p:nvSpPr>
        <p:spPr>
          <a:xfrm>
            <a:off x="1224983" y="107355"/>
            <a:ext cx="8829804" cy="1199079"/>
          </a:xfrm>
          <a:prstGeom prst="roundRect">
            <a:avLst>
              <a:gd name="adj" fmla="val 25591"/>
            </a:avLst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A281A3-F4B8-1394-5C6C-935475A08430}"/>
              </a:ext>
            </a:extLst>
          </p:cNvPr>
          <p:cNvSpPr/>
          <p:nvPr/>
        </p:nvSpPr>
        <p:spPr>
          <a:xfrm>
            <a:off x="7391597" y="1971792"/>
            <a:ext cx="2663190" cy="2377439"/>
          </a:xfrm>
          <a:prstGeom prst="roundRect">
            <a:avLst/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6513BE-D8D6-4485-074F-D0F2A804CA80}"/>
              </a:ext>
            </a:extLst>
          </p:cNvPr>
          <p:cNvSpPr/>
          <p:nvPr/>
        </p:nvSpPr>
        <p:spPr>
          <a:xfrm>
            <a:off x="1224983" y="1971793"/>
            <a:ext cx="2663190" cy="2377439"/>
          </a:xfrm>
          <a:prstGeom prst="roundRect">
            <a:avLst/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B7E406-6648-198D-6088-22965DFFB50E}"/>
              </a:ext>
            </a:extLst>
          </p:cNvPr>
          <p:cNvSpPr/>
          <p:nvPr/>
        </p:nvSpPr>
        <p:spPr>
          <a:xfrm>
            <a:off x="10409543" y="523021"/>
            <a:ext cx="1666372" cy="4134871"/>
          </a:xfrm>
          <a:prstGeom prst="roundRect">
            <a:avLst>
              <a:gd name="adj" fmla="val 27273"/>
            </a:avLst>
          </a:prstGeom>
          <a:solidFill>
            <a:schemeClr val="bg1"/>
          </a:solidFill>
          <a:ln>
            <a:solidFill>
              <a:srgbClr val="9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92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D96291-A3F0-E390-116D-06D60971F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33" y="1253331"/>
            <a:ext cx="4087620" cy="435133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EE54DD-3818-ADC1-7B5B-D93A8B95E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517" y="714618"/>
            <a:ext cx="4498118" cy="542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27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8081C6D-5226-0C00-1655-4F724B3CC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5" y="239666"/>
            <a:ext cx="7216303" cy="4808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65B2DC-CCF6-9513-FFE4-8427EEAE06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218" y="97277"/>
            <a:ext cx="3589506" cy="358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57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3649B0-0365-9416-9EF2-A2EE316C2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535" y="846305"/>
            <a:ext cx="4552545" cy="455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02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7350AD-C9FB-EBEA-9211-0A8283DCD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519" y="998106"/>
            <a:ext cx="9754961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58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000</Template>
  <TotalTime>41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kodwa</dc:creator>
  <cp:lastModifiedBy>mohanned tomple</cp:lastModifiedBy>
  <cp:revision>9</cp:revision>
  <dcterms:created xsi:type="dcterms:W3CDTF">2025-11-27T06:50:03Z</dcterms:created>
  <dcterms:modified xsi:type="dcterms:W3CDTF">2025-11-28T19:51:00Z</dcterms:modified>
</cp:coreProperties>
</file>